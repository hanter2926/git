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VS CODE •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VS Code Shortcut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1">
                <a:solidFill>
                  <a:srgbClr val="B1BE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233172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99616"/>
            <a:ext cx="50292" cy="2075687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81328"/>
            <a:ext cx="32918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3CDCDC"/>
                </a:solidFill>
                <a:latin typeface="Aptos"/>
              </a:defRPr>
            </a:pPr>
            <a:r>
              <a:t>General Shortcuts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10512"/>
            <a:ext cx="3291840" cy="1828799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Ctrl + N  —  New File</a:t>
            </a:r>
            <a:br/>
            <a:r>
              <a:t>Ctrl + O  —  Open File</a:t>
            </a:r>
            <a:br/>
            <a:r>
              <a:t>Ctrl + S  —  Save File</a:t>
            </a:r>
            <a:br/>
            <a:r>
              <a:t>Ctrl + Shift + S  —  Save As</a:t>
            </a:r>
            <a:br/>
            <a:r>
              <a:t>Ctrl + W  —  Close Editor</a:t>
            </a:r>
            <a:br/>
            <a:r>
              <a:t>Ctrl + K, Ctrl + W  —  Close All Editors</a:t>
            </a:r>
            <a:br/>
            <a:r>
              <a:t>Ctrl + Q  —  Quit VS Code</a:t>
            </a:r>
            <a:br/>
            <a:r>
              <a:t>Ctrl + P  —  Open Settings</a:t>
            </a:r>
            <a:br/>
            <a:r>
              <a:t>Ctrl + Shift + P  —  Command Palette</a:t>
            </a:r>
            <a:br/>
            <a:r>
              <a:t>F1  —  Show Command Palette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611880" cy="21488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014215"/>
            <a:ext cx="50292" cy="1892808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995928"/>
            <a:ext cx="32918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966EFF"/>
                </a:solidFill>
                <a:latin typeface="Aptos"/>
              </a:defRPr>
            </a:pPr>
            <a:r>
              <a:t>Navigation Shortcuts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325112"/>
            <a:ext cx="3291840" cy="16459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Ctrl + P  —  Go to File</a:t>
            </a:r>
            <a:br/>
            <a:r>
              <a:t>Ctrl + Shift + O  —  Go to Symbol</a:t>
            </a:r>
            <a:br/>
            <a:r>
              <a:t>Ctrl + G  —  Go to Line</a:t>
            </a:r>
            <a:br/>
            <a:r>
              <a:t>Ctrl + -  —  Go Back</a:t>
            </a:r>
            <a:br/>
            <a:r>
              <a:t>Ctrl + Shift + -  —  Go Forward</a:t>
            </a:r>
            <a:br/>
            <a:r>
              <a:t>F12  —  Go to Definition</a:t>
            </a:r>
            <a:br/>
            <a:r>
              <a:t>Alt + F12  —  Peek Definition</a:t>
            </a:r>
            <a:br/>
            <a:r>
              <a:t>Ctrl + K, Ctrl + I  —  Show Hover</a:t>
            </a:r>
            <a:br/>
            <a:r>
              <a:t>Ctrl + T  —  Go to Symbol</a:t>
            </a:r>
            <a:br/>
            <a:r>
              <a:t>Ctrl + K, F12  —  Open Definition to the 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611880" cy="233172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99616"/>
            <a:ext cx="50292" cy="2075687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1481328"/>
            <a:ext cx="32918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5BDCA0"/>
                </a:solidFill>
                <a:latin typeface="Aptos"/>
              </a:defRPr>
            </a:pPr>
            <a:r>
              <a:t>Editing Shortcuts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810512"/>
            <a:ext cx="3291840" cy="1828799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Ctrl + X  —  Cut Line</a:t>
            </a:r>
            <a:br/>
            <a:r>
              <a:t>Ctrl + C  —  Copy Line</a:t>
            </a:r>
            <a:br/>
            <a:r>
              <a:t>Ctrl + V  —  Paste Line</a:t>
            </a:r>
            <a:br/>
            <a:r>
              <a:t>Alt + ↑ / ↓  —  Move Line Up/Down</a:t>
            </a:r>
            <a:br/>
            <a:r>
              <a:t>Shift + Alt + ↑ / ↓  —  Copy Line Up/Down</a:t>
            </a:r>
            <a:br/>
            <a:r>
              <a:t>Ctrl + ]  —  Select Next Occurrence</a:t>
            </a:r>
            <a:br/>
            <a:r>
              <a:t>Ctrl + D  —  Select All Occurrences</a:t>
            </a:r>
            <a:br/>
            <a:r>
              <a:t>Ctrl + F2  —  Select All Matches</a:t>
            </a:r>
            <a:br/>
            <a:r>
              <a:t>Ctrl + K, Ctrl + C  —  Toggle Line Comment</a:t>
            </a:r>
            <a:br/>
            <a:r>
              <a:t>Ctrl + /  —  Toggle Line Comment</a:t>
            </a:r>
            <a:br/>
            <a:r>
              <a:t>Shift + Alt + A  —  Toggle Block Comment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86200"/>
            <a:ext cx="3611880" cy="21488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014215"/>
            <a:ext cx="50292" cy="1892808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995928"/>
            <a:ext cx="32918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FFC457"/>
                </a:solidFill>
                <a:latin typeface="Aptos"/>
              </a:defRPr>
            </a:pPr>
            <a:r>
              <a:t>Search Shortcuts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325112"/>
            <a:ext cx="3291840" cy="16459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Ctrl + F  —  Find in File</a:t>
            </a:r>
            <a:br/>
            <a:r>
              <a:t>Ctrl + H  —  Replace in File</a:t>
            </a:r>
            <a:br/>
            <a:r>
              <a:t>Ctrl + Shift + F  —  Search in Folder</a:t>
            </a:r>
            <a:br/>
            <a:r>
              <a:t>Ctrl + Shift + H  —  Replace in Folder</a:t>
            </a:r>
            <a:br/>
            <a:r>
              <a:t>F3  —  Find Next</a:t>
            </a:r>
            <a:br/>
            <a:r>
              <a:t>Shift + F3  —  Find Previous</a:t>
            </a:r>
            <a:br/>
            <a:r>
              <a:t>Alt + Enter  —  Select All Occurrences of Find 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371600"/>
            <a:ext cx="3566160" cy="233172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99616"/>
            <a:ext cx="50292" cy="2075687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1481328"/>
            <a:ext cx="324612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966EFF"/>
                </a:solidFill>
                <a:latin typeface="Aptos"/>
              </a:defRPr>
            </a:pPr>
            <a:r>
              <a:t>View Shortcuts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1810512"/>
            <a:ext cx="3246120" cy="1828799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Ctrl + B  —  Toggle Sidebar</a:t>
            </a:r>
            <a:br/>
            <a:r>
              <a:t>Ctrl + Shift + E  —  Explorer</a:t>
            </a:r>
            <a:br/>
            <a:r>
              <a:t>Ctrl + Shift + F  —  Search</a:t>
            </a:r>
            <a:br/>
            <a:r>
              <a:t>Ctrl + Shift + G  —  Source Control</a:t>
            </a:r>
            <a:br/>
            <a:r>
              <a:t>Ctrl + Shift + D  —  Run and Debug</a:t>
            </a:r>
            <a:br/>
            <a:r>
              <a:t>Ctrl + Shift + X  —  Extensions</a:t>
            </a:r>
            <a:br/>
            <a:r>
              <a:t>Ctrl + Shift + J  —  Focus Search</a:t>
            </a:r>
            <a:br/>
            <a:r>
              <a:t>Ctrl + 1 / 2 / 3  —  Focus Editor Groups</a:t>
            </a:r>
            <a:br/>
            <a:r>
              <a:t>Ctrl + 4  —  Focus on Search</a:t>
            </a:r>
            <a:br/>
            <a:r>
              <a:t>Ctrl + 5  —  Focus on Source Control</a:t>
            </a:r>
            <a:br/>
            <a:r>
              <a:t>Ctrl + 6  —  Focus on Run and Debug</a:t>
            </a:r>
            <a:br/>
            <a:r>
              <a:t>Ctrl + 7  —  Focus on Extensions</a:t>
            </a:r>
            <a:br/>
            <a:r>
              <a:t>Ctrl + 8  —  Focus on Problems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86200"/>
            <a:ext cx="3566160" cy="21488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4014215"/>
            <a:ext cx="50292" cy="1892808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995928"/>
            <a:ext cx="324612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3CDCDC"/>
                </a:solidFill>
                <a:latin typeface="Aptos"/>
              </a:defRPr>
            </a:pPr>
            <a:r>
              <a:t>Multi-cursor &amp;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325112"/>
            <a:ext cx="3246120" cy="16459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Alt + Click  —  Add Cursor</a:t>
            </a:r>
            <a:br/>
            <a:r>
              <a:t>Ctrl + Alt + ↑ / ↓  —  Add Cursor Above/Below</a:t>
            </a:r>
            <a:br/>
            <a:r>
              <a:t>Shift + Alt + ↑ / ↓  —  Column (Box) Selection</a:t>
            </a:r>
            <a:br/>
            <a:r>
              <a:t>Esc  —  Cancel Selection</a:t>
            </a:r>
            <a:br/>
            <a:r>
              <a:t>Ctrl + Shift + L  —  Expand Selection to All Matches</a:t>
            </a:r>
            <a:br/>
            <a:r>
              <a:t>Ctrl + U  —  Undo Last Cursor Operation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2860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VS CODE •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Formatting &amp; Terminal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1">
                <a:solidFill>
                  <a:srgbClr val="B1BE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4526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99616"/>
            <a:ext cx="50292" cy="4270248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81328"/>
            <a:ext cx="51206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3CDCDC"/>
                </a:solidFill>
                <a:latin typeface="Aptos"/>
              </a:defRPr>
            </a:pPr>
            <a:r>
              <a:t>Code Formatting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10512"/>
            <a:ext cx="5120640" cy="402336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0">
                <a:solidFill>
                  <a:srgbClr val="F1F6FF"/>
                </a:solidFill>
                <a:latin typeface="Aptos"/>
              </a:defRPr>
            </a:pPr>
            <a:r>
              <a:t>Shift + Alt + F  —  Format Document</a:t>
            </a:r>
            <a:br/>
            <a:r>
              <a:t>Ctrl + K, Ctrl + F  —  Format Selection</a:t>
            </a:r>
            <a:br/>
            <a:r>
              <a:t>Ctrl + ]  —  Indent Line</a:t>
            </a:r>
            <a:br/>
            <a:r>
              <a:t>Ctrl + [  —  Outdent Line</a:t>
            </a:r>
            <a:br/>
            <a:r>
              <a:t>Home  —  Go to Line Start</a:t>
            </a:r>
            <a:br/>
            <a:r>
              <a:t>End  —  Go to Line End</a:t>
            </a:r>
            <a:br/>
            <a:r>
              <a:t>Ctrl + ↑ / ↓  —  Scroll Line Up/Down</a:t>
            </a:r>
            <a:br/>
            <a:r>
              <a:t>Alt + Z  —  Toggle Word Wrap</a:t>
            </a:r>
            <a:br/>
            <a:br/>
            <a:br/>
            <a:r>
              <a:t>Tip: Formatting commands can depend on the language formatter installed and configured in VS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40680" cy="4526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99616"/>
            <a:ext cx="50292" cy="4270248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81328"/>
            <a:ext cx="51206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966EFF"/>
                </a:solidFill>
                <a:latin typeface="Aptos"/>
              </a:defRPr>
            </a:pPr>
            <a:r>
              <a:t>Terminal Shortcuts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10512"/>
            <a:ext cx="5120640" cy="402336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0">
                <a:solidFill>
                  <a:srgbClr val="F1F6FF"/>
                </a:solidFill>
                <a:latin typeface="Aptos"/>
              </a:defRPr>
            </a:pPr>
            <a:r>
              <a:t>Ctrl + `  —  Toggle Terminal</a:t>
            </a:r>
            <a:br/>
            <a:r>
              <a:t>Ctrl + Shift + `  —  New Terminal</a:t>
            </a:r>
            <a:br/>
            <a:r>
              <a:t>Ctrl + C  —  Kill Terminal Process</a:t>
            </a:r>
            <a:br/>
            <a:r>
              <a:t>Alt + ↑ / ↓  —  Navigate Command History</a:t>
            </a:r>
            <a:br/>
            <a:r>
              <a:t>Tab  —  Suggest Next</a:t>
            </a:r>
            <a:br/>
            <a:r>
              <a:t>Ctrl + L  —  Clear Terminal</a:t>
            </a:r>
            <a:br/>
            <a:br/>
            <a:br/>
            <a:br/>
            <a:r>
              <a:t>Tip: Some shortcuts may vary by operating system, keyboard layout, or custom VS Code keybindings.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80760"/>
            <a:ext cx="11155680" cy="384048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208776"/>
            <a:ext cx="50292" cy="128015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6190488"/>
            <a:ext cx="10835640" cy="274320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300" b="1">
                <a:solidFill>
                  <a:srgbClr val="5BDCA0"/>
                </a:solidFill>
                <a:latin typeface="Aptos"/>
              </a:defRPr>
            </a:pPr>
            <a:r>
              <a:t>Quick reminder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6519672"/>
            <a:ext cx="10835640" cy="-118872"/>
          </a:xfrm>
          <a:prstGeom prst="rect">
            <a:avLst/>
          </a:prstGeom>
          <a:noFill/>
        </p:spPr>
        <p:txBody>
          <a:bodyPr wrap="square" lIns="73152" rIns="54864" tIns="27432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Use Ctrl + Shift + P to search for commands when you forget a shortcut.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